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61" r:id="rId5"/>
    <p:sldId id="274" r:id="rId6"/>
    <p:sldId id="279" r:id="rId7"/>
    <p:sldId id="277" r:id="rId8"/>
    <p:sldId id="280" r:id="rId9"/>
    <p:sldId id="281" r:id="rId10"/>
    <p:sldId id="282" r:id="rId11"/>
    <p:sldId id="283" r:id="rId12"/>
    <p:sldId id="284" r:id="rId13"/>
    <p:sldId id="285" r:id="rId14"/>
    <p:sldId id="294" r:id="rId15"/>
    <p:sldId id="293" r:id="rId16"/>
    <p:sldId id="292" r:id="rId17"/>
    <p:sldId id="291" r:id="rId18"/>
    <p:sldId id="286" r:id="rId19"/>
    <p:sldId id="287" r:id="rId20"/>
    <p:sldId id="289" r:id="rId21"/>
    <p:sldId id="288" r:id="rId22"/>
    <p:sldId id="290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00A8F-9E3F-4051-B5CF-6623047CA28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B12A6-CEF5-4BE2-BDA8-DE37E36576A7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1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B12A6-CEF5-4BE2-BDA8-DE37E36576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62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0901-FDDB-241D-EBCE-2B63B035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5E6AB-E15E-5EEA-2BDD-AFD476051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24D1-D353-972D-294B-81DE7012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2A3CC-6DDE-0066-54BD-626B6FDA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769A0-0A03-9005-F8B9-D86B1923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7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CA13-DFFA-F891-965E-ABCBB161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A5AA-D3B3-EBC2-DEED-608BA8AD9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E11B-EAB2-D54A-F0A2-58C30A50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540E7-B1A9-DDE8-E7A5-BAC62926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2103-C9BB-8D83-CC7B-23DBC3D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6942-9E2F-1664-A4CF-8127595E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112BE-065D-4895-3665-11CF84F7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B5ED-899C-8D68-9FEC-10101586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13A1-7317-6C28-F6EA-8C2F221B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9DC2-0D46-AFF8-A903-3F90EE5A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4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12BA-E38D-9F50-50F1-E13FE798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32AE-7889-3CBA-28EF-53308CE7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1784-1731-A5BC-FA97-F3E89824E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26CE1-8965-339A-4D81-6EDF101A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1A912-EC48-7D57-50F8-E36303D0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11F9-8290-3CEE-4482-64D30216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0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00CB-E835-6EC1-A3B1-FC142F89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6CB8-91C4-9775-7E6A-2FA4DD6B3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B974-B12B-9F17-F42C-67AFDA9CB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639F6-5D37-B9D9-2B80-BBBFAA200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BE823-E93F-C83B-FCE6-AEE02C949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C4B4-EB9B-169B-D089-E4BFE786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EAAEF-DE7E-0248-B26A-94A633DD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AF5E3-9F5F-5F17-0CFB-45A353F3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0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8D21-5B82-7484-AA22-A9ED016E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D2861-D755-0290-D3D4-66AE6E6E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837DB-E0F9-9AC0-3D4B-E4C1963C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5F380-DA2D-4382-851F-76478327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D2DC7-6066-0377-E1F2-110FF66C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0C570-4F83-11FC-2B55-CCBB74C5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2D94-2051-B568-464F-B8539308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2EEC-4C47-0C9C-04CA-6019E844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86D88-E3B5-3744-AB59-075F128A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F71B1-DBD3-4BFA-20D6-2FD59C145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52C18-5EC5-C46E-F2B9-1E29AB98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744-1FE7-5099-478E-E59FC3C8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57E5-C4B7-E618-09E5-83FBCAC3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25E7-438A-E9AA-83B8-46526068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A2AB-68B1-65C5-FA13-1361D6DA0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2BF58-1464-F3AD-CB0B-5FE65305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F6EDE-8461-77AA-5DEC-B83BCA58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EACE-568D-571A-BDD5-7019AA6E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31510-CDC0-279B-87DA-9C755727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8044-4A76-73F9-11B3-7E3F535E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DFD0E-1618-C934-1597-A6D65A05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0B5FE-D3B7-2342-334E-B755AA03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19FD3-55A7-66D6-D3EF-8AAF4C9B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FC9F-496C-224F-73A4-2E05C17E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1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D4E1E-B9CB-D5E8-DEB1-BA45F4108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FE3E9-1166-F8F5-D8EA-45D04876F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80086-9AEF-06CE-1425-28C7D97A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0D32-8917-09CA-F2C6-92B7B1B1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E4838-799A-BB65-E9A7-DB01E86E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3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6FDC2-0088-9214-2297-02123656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6AC6A-4F42-F180-A4AA-CBD7ADF7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37E5-3953-89AE-213C-2466443F4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3A6AC-1669-508A-BD43-9FA557B8B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4D70-B3AC-C126-4E25-4B44F6519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A89F28-3812-7A8E-BCCD-11B874AE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66627"/>
            <a:ext cx="9144000" cy="195835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E-Commerce Product Search and Recommendation Engine Using Hashing Algorithm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CSA0305 – Data Structures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921020-7D5A-91BA-8C69-AA4A4D098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0311814-D603-17AE-559A-901EB88A9DB0}"/>
              </a:ext>
            </a:extLst>
          </p:cNvPr>
          <p:cNvSpPr txBox="1">
            <a:spLocks/>
          </p:cNvSpPr>
          <p:nvPr/>
        </p:nvSpPr>
        <p:spPr>
          <a:xfrm>
            <a:off x="8057980" y="4442451"/>
            <a:ext cx="4560740" cy="2671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</a:t>
            </a: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Santosh Kumar[192524020]</a:t>
            </a: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DHIVYADHARSAN M S[192511465]</a:t>
            </a: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Aravind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[192525192]</a:t>
            </a:r>
          </a:p>
          <a:p>
            <a:pPr algn="l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A.VEERASANTHOSH[192525187]</a:t>
            </a:r>
          </a:p>
          <a:p>
            <a:pPr algn="l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Vaishnav[192524251]</a:t>
            </a:r>
          </a:p>
          <a:p>
            <a:pPr algn="l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43689D-B422-D749-722E-4AF8B3C35F4D}"/>
              </a:ext>
            </a:extLst>
          </p:cNvPr>
          <p:cNvSpPr txBox="1"/>
          <p:nvPr/>
        </p:nvSpPr>
        <p:spPr>
          <a:xfrm>
            <a:off x="100584" y="4442451"/>
            <a:ext cx="634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es-CR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Priyadarsini</a:t>
            </a:r>
            <a:r>
              <a:rPr lang="es-CR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P.S,</a:t>
            </a:r>
          </a:p>
          <a:p>
            <a:pPr algn="l"/>
            <a:r>
              <a:rPr lang="es-CR" sz="18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s-CR" sz="18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SIMATS, </a:t>
            </a:r>
            <a:r>
              <a:rPr lang="es-CR" sz="18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SIMATS ENGINEERING —BIOTECHNOLOGY">
            <a:extLst>
              <a:ext uri="{FF2B5EF4-FFF2-40B4-BE49-F238E27FC236}">
                <a16:creationId xmlns:a16="http://schemas.microsoft.com/office/drawing/2014/main" id="{92C9E9EB-4171-26E0-F673-7DE54D3F1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727" y="457200"/>
            <a:ext cx="8379564" cy="94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76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1321-9726-17A3-CCD2-A3131FEB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39CD-E753-91AE-0F48-C3016D90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4400" dirty="0"/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314CB3DF-77C8-B1FE-3DB5-D49F1CCD3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AE6577A1-BF5B-4557-A3DB-C38C98907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39B101-7944-9B05-0252-A1D25591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94A597-8F2C-AF68-4BE3-231EDF2ADA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9699" y="1450158"/>
            <a:ext cx="7835901" cy="4849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designed to improve online shopping by making product searching faster and more efficient. It helps users easily find the products they need from a large product database.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analyzes user preferences, browsing history, and purchase patterns to recommend products that match the user's interests, providing a personalized shopping experience.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Hashing Algorithm enables quick product retrieval by storing product data efficiently. This reduces search time and improves the overall performance of the system.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AI and hashing techniques to provide accurate search results and relevant product recommendations, making online shopping easier and more convenient.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improves search speed, recommendation quality, and customer satisfaction. It also helps businesses manage large product databases efficiently and enhance overall sales.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ow to choose the best e-commerce platform for your small business – E-commerce  platform comparison 2021">
            <a:extLst>
              <a:ext uri="{FF2B5EF4-FFF2-40B4-BE49-F238E27FC236}">
                <a16:creationId xmlns:a16="http://schemas.microsoft.com/office/drawing/2014/main" id="{59D372E4-6E40-1279-EF2A-8C0692B8F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6" y="2491356"/>
            <a:ext cx="4098925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16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AF15-D4C6-8AE0-38A9-77F60C11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C452-54D2-597A-D9A0-87C2055B5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29"/>
            <a:ext cx="9144000" cy="109654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A9B3B9DE-D64D-B18B-F565-8C8DC960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DFC699FE-9300-F3FA-2626-15938A98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0B8278-F87C-0CC1-9875-879C02445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2" descr="Top Platforms for E-commerce Website ...">
            <a:extLst>
              <a:ext uri="{FF2B5EF4-FFF2-40B4-BE49-F238E27FC236}">
                <a16:creationId xmlns:a16="http://schemas.microsoft.com/office/drawing/2014/main" id="{25D3DFB0-A20D-880F-6E58-267FDD199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50" y="2491290"/>
            <a:ext cx="3827598" cy="238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DF5B8D9-EA41-9C06-D665-4CE6684B61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6850" y="1585266"/>
            <a:ext cx="774700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studies what users search for and buy, then recommends products that match their interests, making shopping faster and more personalized.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AI and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satisfaction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R" altLang="es-C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kumimoji="0" lang="es-CR" altLang="es-C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525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E51D-30E9-5DC8-5997-64CB44B9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2">
            <a:extLst>
              <a:ext uri="{FF2B5EF4-FFF2-40B4-BE49-F238E27FC236}">
                <a16:creationId xmlns:a16="http://schemas.microsoft.com/office/drawing/2014/main" id="{7A633310-06CF-5CB5-3554-98DA6A531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3090FDB2-D1C2-A8E3-C947-61261A11C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185A1E-713B-ED59-7A07-B399646B9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92E134E-32EB-E9C7-FB25-2F56C9E77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482746"/>
            <a:ext cx="9144000" cy="908277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BD9100E-9F67-ABC9-B683-A259EADAEC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82847" y="1891737"/>
            <a:ext cx="842010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smart search engine that helps users find product.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hashing algorithm to reduce search time and improve product retrieval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products based on user preferences, browsing history, and purchase behavior using AI techniques.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search results and relevant recommendations to make online shopping easier and more convenient. Build a scalable and efficient e-commerce system that improves search speed, recommendation quality, and customer satisfaction.</a:t>
            </a:r>
          </a:p>
        </p:txBody>
      </p:sp>
      <p:pic>
        <p:nvPicPr>
          <p:cNvPr id="4098" name="Picture 2" descr="Objectives Of E Commerce : All You Need ...">
            <a:extLst>
              <a:ext uri="{FF2B5EF4-FFF2-40B4-BE49-F238E27FC236}">
                <a16:creationId xmlns:a16="http://schemas.microsoft.com/office/drawing/2014/main" id="{C212BEDB-54F9-C1F3-B63A-AD0DDEF4C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3" y="2229370"/>
            <a:ext cx="3278047" cy="288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91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7928-4D5F-C934-AF7E-45035152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6690-C8B8-6B27-64BC-6B6E1F3E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73" y="26797"/>
            <a:ext cx="10950005" cy="1325563"/>
          </a:xfrm>
        </p:spPr>
        <p:txBody>
          <a:bodyPr/>
          <a:lstStyle/>
          <a:p>
            <a:r>
              <a:rPr lang="en-IN" dirty="0"/>
              <a:t>                        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A154A45-E067-A0FF-236A-71E295BBB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A6BDC8A0-A55B-25B2-E619-EDA2AE54D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B420DF-4D7B-1842-E014-198933E22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39" y="1051560"/>
            <a:ext cx="8596165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9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1324846" y="1866549"/>
            <a:ext cx="9542308" cy="4062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methods take more time to find products from large e-commerce databases.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receive products that do not match their search, making it difficult to find the required item.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searches and inaccurate recommendations reduce customer satisfaction and make online shopping less convenient.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products and users increases, existing systems struggle to maintain fast search performance and accurate recommendations.</a:t>
            </a:r>
          </a:p>
          <a:p>
            <a:pPr>
              <a:lnSpc>
                <a:spcPct val="150000"/>
              </a:lnSpc>
            </a:pP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93A6DB4-C62C-66B3-AB75-DF17FBAB2520}"/>
              </a:ext>
            </a:extLst>
          </p:cNvPr>
          <p:cNvSpPr txBox="1"/>
          <p:nvPr/>
        </p:nvSpPr>
        <p:spPr>
          <a:xfrm>
            <a:off x="3696732" y="643829"/>
            <a:ext cx="6108192" cy="803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CR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roblem</a:t>
            </a:r>
            <a:r>
              <a:rPr lang="es-C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s-CR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46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2646426" y="2412230"/>
            <a:ext cx="7274814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Management</a:t>
            </a:r>
          </a:p>
          <a:p>
            <a:pPr>
              <a:lnSpc>
                <a:spcPct val="150000"/>
              </a:lnSpc>
            </a:pPr>
            <a:r>
              <a:rPr lang="it-IT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AI Intelligence Module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Smart Search Using Hashing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AI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User Interaction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93A6DB4-C62C-66B3-AB75-DF17FBAB2520}"/>
              </a:ext>
            </a:extLst>
          </p:cNvPr>
          <p:cNvSpPr txBox="1"/>
          <p:nvPr/>
        </p:nvSpPr>
        <p:spPr>
          <a:xfrm>
            <a:off x="4414362" y="1710371"/>
            <a:ext cx="6108192" cy="701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79817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103626" y="472541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Management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17F3D6-4890-882B-EBE6-9CF292DF8AF3}"/>
              </a:ext>
            </a:extLst>
          </p:cNvPr>
          <p:cNvSpPr txBox="1"/>
          <p:nvPr/>
        </p:nvSpPr>
        <p:spPr>
          <a:xfrm>
            <a:off x="1243584" y="1177790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s-C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8252787A-BECC-0375-E6D3-EA4BE3B15B4C}"/>
              </a:ext>
            </a:extLst>
          </p:cNvPr>
          <p:cNvSpPr txBox="1"/>
          <p:nvPr/>
        </p:nvSpPr>
        <p:spPr>
          <a:xfrm>
            <a:off x="1498261" y="1513336"/>
            <a:ext cx="1003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complete product dataset used by the AI and hashing system. Products are stored with information such as Product ID, Product Name, Category, Price, and other attributes</a:t>
            </a:r>
            <a:r>
              <a:rPr lang="en-US" dirty="0"/>
              <a:t>.</a:t>
            </a:r>
            <a:endParaRPr lang="es-C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39F1E8-81FE-E4EF-1D48-CA6C8D5DB6F8}"/>
              </a:ext>
            </a:extLst>
          </p:cNvPr>
          <p:cNvSpPr txBox="1"/>
          <p:nvPr/>
        </p:nvSpPr>
        <p:spPr>
          <a:xfrm>
            <a:off x="1238844" y="2240035"/>
            <a:ext cx="61129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product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product representation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Product 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and category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 retrieval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D5B20C-9F06-87CF-B017-605BFB218C78}"/>
              </a:ext>
            </a:extLst>
          </p:cNvPr>
          <p:cNvSpPr txBox="1"/>
          <p:nvPr/>
        </p:nvSpPr>
        <p:spPr>
          <a:xfrm>
            <a:off x="1238844" y="5736724"/>
            <a:ext cx="1020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clean, structured product database that can be efficiently processed by the AI and hashing modules.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E857BE8-DC06-8B53-4742-705E48220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845" y="2566116"/>
            <a:ext cx="5786416" cy="271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7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103626" y="472541"/>
            <a:ext cx="7274814" cy="117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AI Intelligence Module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9AD12709-2860-E9CA-887F-FBBB0B076642}"/>
              </a:ext>
            </a:extLst>
          </p:cNvPr>
          <p:cNvSpPr txBox="1"/>
          <p:nvPr/>
        </p:nvSpPr>
        <p:spPr>
          <a:xfrm>
            <a:off x="1384796" y="1185138"/>
            <a:ext cx="104150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is the AI layer of the project. It understands the user's natural-language query and determines what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product or information the user is looking for.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(Natural Language Processing)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Semantic/query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intent identification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natural-language queries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product-related keywords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user intent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user queries with product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responses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search and interact with the system using normal human language instead of requiring exact product names or IDs.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D9CC02F-54DF-77D9-1C2E-1F3C5AA8E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61" y="2236058"/>
            <a:ext cx="5871817" cy="330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5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085338" y="86076"/>
            <a:ext cx="7274814" cy="117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Smart Search Using Hashing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3F9DE32-9DA7-6732-45EA-6376A0AC4DC8}"/>
              </a:ext>
            </a:extLst>
          </p:cNvPr>
          <p:cNvSpPr txBox="1"/>
          <p:nvPr/>
        </p:nvSpPr>
        <p:spPr>
          <a:xfrm>
            <a:off x="960120" y="596271"/>
            <a:ext cx="1058875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is the core technical component of our project. Hashing is used to create a fast mapping between product   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information and product records. The AI interprets the query first, then the hashing system helps retrieve the 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relevant product efficiently.</a:t>
            </a: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mapping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 indexing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hashing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lookup 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product retrieval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 lookup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Keyword/product-name lookup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indexing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search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hashing integration </a:t>
            </a: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efficient product searching. Hash-table lookup has an average O(1) time complexity when searching by an appropriate hashed key.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0DF885C-3C42-7742-4C36-F4F774AE3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292" y="2067911"/>
            <a:ext cx="6923175" cy="325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4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2472690" y="86076"/>
            <a:ext cx="7274814" cy="117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AI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User Interaction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543B72B-52AE-169B-A5CF-72C50E031D26}"/>
              </a:ext>
            </a:extLst>
          </p:cNvPr>
          <p:cNvSpPr txBox="1"/>
          <p:nvPr/>
        </p:nvSpPr>
        <p:spPr>
          <a:xfrm>
            <a:off x="1344168" y="789260"/>
            <a:ext cx="102229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Uses the user's search queries and interactions with products to provide AI-based product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recommendations.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algorithms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recommendation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Query/product similarity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product suggestions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Query-based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similarity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shopping experience by providing relevant products based on the user's query and interaction patterns.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583585-C018-FCC2-1022-0342F709B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746" y="1766938"/>
            <a:ext cx="5135494" cy="332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7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167634" y="122652"/>
            <a:ext cx="7274814" cy="117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s-C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F07B14E-EAA2-2A68-57E7-B8410AA8A315}"/>
              </a:ext>
            </a:extLst>
          </p:cNvPr>
          <p:cNvSpPr txBox="1"/>
          <p:nvPr/>
        </p:nvSpPr>
        <p:spPr>
          <a:xfrm>
            <a:off x="1158240" y="671691"/>
            <a:ext cx="101955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Monitors the performance of the AI and hashing-based search system and presents important information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through a dashboard.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Search-performance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tracking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searches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searched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query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response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charts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performance insights into the AI search, hashing system, product usage, and recommendations.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FFC3E31-C554-B1E5-A139-FF0CCF8A9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021" y="1767730"/>
            <a:ext cx="5945739" cy="341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7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5450586" y="348697"/>
            <a:ext cx="168173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54547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pic>
        <p:nvPicPr>
          <p:cNvPr id="16" name="Imagen 15">
            <a:extLst>
              <a:ext uri="{FF2B5EF4-FFF2-40B4-BE49-F238E27FC236}">
                <a16:creationId xmlns:a16="http://schemas.microsoft.com/office/drawing/2014/main" id="{3BF01B87-98EE-D8C5-6111-B1C83D5FE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531" y="1081670"/>
            <a:ext cx="5311802" cy="481221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AD9BB73-DE7A-72FC-D260-39ADE041C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135" y="1091443"/>
            <a:ext cx="3855929" cy="48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2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5450586" y="348697"/>
            <a:ext cx="168173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240328FF-88AC-9D84-CC2F-A7B3CBF85A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598" y="1091013"/>
            <a:ext cx="4890458" cy="54122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1F9ED8-0D0A-2EDA-0239-692800EA7E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54" y="1091013"/>
            <a:ext cx="4877223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5450586" y="348697"/>
            <a:ext cx="168173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56823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869FE43-3BFF-EFBA-5150-64C8D55FE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265" y="1207972"/>
            <a:ext cx="8660265" cy="495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4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5450586" y="348697"/>
            <a:ext cx="168173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C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UTPUT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72C11DFA-0195-9DDD-E79A-CB1E5DFC9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34" y="1401012"/>
            <a:ext cx="5893019" cy="381445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C08A0DC-0E5F-8D27-BFAA-A45C74E96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38" y="1565365"/>
            <a:ext cx="5632480" cy="28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14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649218" y="137770"/>
            <a:ext cx="7274814" cy="669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3E0AE2F-4224-8E83-377B-B90C2849D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38" y="1084203"/>
            <a:ext cx="7754588" cy="516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5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2458593" y="322305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AND IMPLEMENTATION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14F26D8-D2E9-BD69-B3EE-EE7B72FBDEA4}"/>
              </a:ext>
            </a:extLst>
          </p:cNvPr>
          <p:cNvSpPr txBox="1"/>
          <p:nvPr/>
        </p:nvSpPr>
        <p:spPr>
          <a:xfrm>
            <a:off x="1653540" y="1234222"/>
            <a:ext cx="95326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Collect, validate, update, and store product details such as name, category, price, 	and attributes.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Intelligence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Process product information and user queries to identify important keywords, 	features, and search intent.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Search Using Hashing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Convert keywords into hash values and use a hash table for fast and efficient 		product 	retrieval.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 &amp; User Interaction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Analyze user searches, clicks, views, and preferences to provide personalized 	product 	recommendations.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Monitor searches, product performance, user behavior, and recommendations 	through an admin dashboard for better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96195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3352673" y="322305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RECOMMENDATION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8268B5A1-07D7-CB8A-80DA-205151026EAD}"/>
              </a:ext>
            </a:extLst>
          </p:cNvPr>
          <p:cNvSpPr txBox="1"/>
          <p:nvPr/>
        </p:nvSpPr>
        <p:spPr>
          <a:xfrm>
            <a:off x="1511299" y="1193582"/>
            <a:ext cx="1023366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Product Search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Hashing enables quick retrieval of products, reducing search time and 	improving 	system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Search Results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AI analyzes user queries and product features to provide more accurate and relevant	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User interactions such as searches, clicks, and views are used to suggest products based 	on user preferences.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combination of fast search and personalized recommendations makes product 	discovery easier and more efficient.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system can be enhanced with advanced AI models, real-time analytics, voice 	search, and personalized recommendations based on purchase history. </a:t>
            </a:r>
          </a:p>
        </p:txBody>
      </p:sp>
    </p:spTree>
    <p:extLst>
      <p:ext uri="{BB962C8B-B14F-4D97-AF65-F5344CB8AC3E}">
        <p14:creationId xmlns:p14="http://schemas.microsoft.com/office/powerpoint/2010/main" val="2108086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4632706" y="379311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8705FA8-A58E-398D-0B77-B5C5266F1891}"/>
              </a:ext>
            </a:extLst>
          </p:cNvPr>
          <p:cNvSpPr txBox="1"/>
          <p:nvPr/>
        </p:nvSpPr>
        <p:spPr>
          <a:xfrm>
            <a:off x="1623060" y="1161784"/>
            <a:ext cx="95529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The system can continuously learn from user searches, clicks, and purchases to improve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search accuracy and recommendations.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Search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Voice search can be integrated to allow users to find products using natural voice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commands.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Personalization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The system can provide highly personalized recommendations based on individual user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preferences and behavior.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Product Database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The system can be expanded to support millions of products and users while maintaining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fast search performance.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The system can support multiple languages to make product search and recommendations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accessible to more users.</a:t>
            </a:r>
          </a:p>
          <a:p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18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4524998" y="472541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8705FA8-A58E-398D-0B77-B5C5266F1891}"/>
              </a:ext>
            </a:extLst>
          </p:cNvPr>
          <p:cNvSpPr txBox="1"/>
          <p:nvPr/>
        </p:nvSpPr>
        <p:spPr>
          <a:xfrm>
            <a:off x="1623060" y="1222744"/>
            <a:ext cx="95529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Combines product management, AI processing, hashing-based search, 	recommendations, and analytics in one platform.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Product Discovery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Helps users find suitable products based on keywords, product features, and search 	intent.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Search Complexity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Hash-based indexing reduces unnecessary comparisons and improves product 	lookup efficiency.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Analytics provides useful insights into customer behavior and product demand.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system can be extended with real-time learning, advanced personalization, and 	additional e-commerce features.</a:t>
            </a: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88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5E741A-E141-61E5-ABFC-539E94E82341}"/>
              </a:ext>
            </a:extLst>
          </p:cNvPr>
          <p:cNvSpPr txBox="1"/>
          <p:nvPr/>
        </p:nvSpPr>
        <p:spPr>
          <a:xfrm>
            <a:off x="4632706" y="336592"/>
            <a:ext cx="727481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s-C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E6B363-A49F-5EDF-CD11-273C6ED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D6B3854-3E93-5CB6-457C-7EDC671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D128F8-6D95-DEBF-5ECB-8F90F473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652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78124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F74AF02-EA75-C990-0315-3621814DD007}"/>
              </a:ext>
            </a:extLst>
          </p:cNvPr>
          <p:cNvSpPr txBox="1"/>
          <p:nvPr/>
        </p:nvSpPr>
        <p:spPr>
          <a:xfrm>
            <a:off x="878314" y="1046639"/>
            <a:ext cx="1068603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Thomas H., Charles E.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Ronald L. Rivest, and Clifford Stein.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MIT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Russell, Stuart, and Peter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Norvig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Modern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Pearson.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Aggarwal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Charu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Recommender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Springer, 2016.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Manning, Christopher D.,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Prabhakar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Raghavan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Hinrich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Schütze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Cambridge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Koren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Yehuda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Robert Bell, and Chris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Volinsky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"Matrix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Factorization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Recommender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42, no. 8 (2009): 30-37.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Han,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Jiawei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Micheline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Kamber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Pei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Morgan Kaufmann.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Leskovec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Jure, Anand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Rajaraman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Jeffrey D. Ullman.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Massive</a:t>
            </a:r>
            <a:r>
              <a:rPr lang="es-C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Cambridge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C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35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98E2A-2283-9296-8892-BFBA23E0A0DA}"/>
              </a:ext>
            </a:extLst>
          </p:cNvPr>
          <p:cNvSpPr txBox="1"/>
          <p:nvPr/>
        </p:nvSpPr>
        <p:spPr>
          <a:xfrm>
            <a:off x="2511845" y="2522862"/>
            <a:ext cx="74363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885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1571</Words>
  <Application>Microsoft Office PowerPoint</Application>
  <PresentationFormat>Panorámica</PresentationFormat>
  <Paragraphs>198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Algerian</vt:lpstr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Presentación de PowerPoint</vt:lpstr>
      <vt:lpstr>ABSTRACT</vt:lpstr>
      <vt:lpstr>INTRODUCTION</vt:lpstr>
      <vt:lpstr>OBJECTIVES</vt:lpstr>
      <vt:lpstr>                          LITERATURE REVIEW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Won</cp:lastModifiedBy>
  <cp:revision>15</cp:revision>
  <dcterms:created xsi:type="dcterms:W3CDTF">2025-03-19T06:12:05Z</dcterms:created>
  <dcterms:modified xsi:type="dcterms:W3CDTF">2026-08-26T04:22:53Z</dcterms:modified>
</cp:coreProperties>
</file>